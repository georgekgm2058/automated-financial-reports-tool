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TSLA — Tesla, Inc. — Fundamental Analysis Report (TTM 2025)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2026-03-23 11:33:57Z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cash conversion: OCF is 3.89× net income.</a:t>
            </a:r>
          </a:p>
          <a:p>
            <a:pPr algn="l">
              <a:defRPr sz="3000"/>
            </a:pPr>
            <a:r>
              <a:t>Profitability - ROE 4.6% | ROA 2.8% | Net margin 4.0%</a:t>
            </a:r>
          </a:p>
          <a:p>
            <a:pPr algn="l">
              <a:defRPr sz="3000"/>
            </a:pPr>
            <a:r>
              <a:t>Liquidity - Current ratio 2.16 | Cash ratio 1.39</a:t>
            </a:r>
          </a:p>
          <a:p>
            <a:pPr algn="l">
              <a:defRPr sz="3000"/>
            </a:pPr>
            <a:r>
              <a:t>Leverage - D/E 0.18 | Net debt -$29.34B</a:t>
            </a:r>
          </a:p>
          <a:p>
            <a:pPr algn="l">
              <a:defRPr sz="3000"/>
            </a:pPr>
            <a:r>
              <a:t>Free cash flow: $6.22B (real, after $8.53B capex)</a:t>
            </a:r>
          </a:p>
          <a:p>
            <a:pPr algn="l">
              <a:defRPr sz="3000"/>
            </a:pPr>
            <a:r>
              <a:t>DCF Valuation: Intrinsic value $24.85/share vs current $367.96 (overvalued by 93.2%)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GrossProfit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$17.09B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GrossMargin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18.0%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NetMargin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ROA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4.6%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CurrentRatio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2.16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DebtToEquity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NetDebt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-$29.34B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CashRatio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1.39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FCF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$6.22B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CashflowReliability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3.89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363.9×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EV_EBITDA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114.9×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NetDebt_EBITDA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-2.49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DCF Valuation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WACC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IntrinsicValue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$24.85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Upside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-93.2%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Forecast</a:t>
            </a:r>
          </a:p>
        </p:txBody>
      </p:sp>
      <p:pic>
        <p:nvPicPr>
          <p:cNvPr id="3" name="Picture 2" descr="revenue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2009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Ratios</a:t>
            </a:r>
          </a:p>
        </p:txBody>
      </p:sp>
      <p:pic>
        <p:nvPicPr>
          <p:cNvPr id="3" name="Picture 2" descr="key_rat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2009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Cash Flow</a:t>
            </a:r>
          </a:p>
        </p:txBody>
      </p:sp>
      <p:pic>
        <p:nvPicPr>
          <p:cNvPr id="3" name="Picture 2" descr="cash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2009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