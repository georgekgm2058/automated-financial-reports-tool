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NVDA — NVIDIA Corporation — Fundamental Analysis Report (TTM 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2026-03-23 13:51:29Z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Moderate cash conversion (CF/NI = 0.86), gap likely driven by working capital movements.</a:t>
            </a:r>
          </a:p>
          <a:p>
            <a:pPr algn="l">
              <a:defRPr sz="3000"/>
            </a:pPr>
            <a:r>
              <a:t>Profitability - ROE 76.3% | ROA 58.1% | Net margin 55.6%</a:t>
            </a:r>
          </a:p>
          <a:p>
            <a:pPr algn="l">
              <a:defRPr sz="3000"/>
            </a:pPr>
            <a:r>
              <a:t>Liquidity - Current ratio 3.91 | Cash ratio 1.94</a:t>
            </a:r>
          </a:p>
          <a:p>
            <a:pPr algn="l">
              <a:defRPr sz="3000"/>
            </a:pPr>
            <a:r>
              <a:t>Leverage - D/E 0.07 | Net debt -$51.52B</a:t>
            </a:r>
          </a:p>
          <a:p>
            <a:pPr algn="l">
              <a:defRPr sz="3000"/>
            </a:pPr>
            <a:r>
              <a:t>Free cash flow: $96.68B (real, after $6.04B capex)</a:t>
            </a:r>
          </a:p>
          <a:p>
            <a:pPr algn="l">
              <a:defRPr sz="3000"/>
            </a:pPr>
            <a:r>
              <a:t>DCF Valuation: Intrinsic value $50.63/share vs current $177.23 (overvalued by 71.4%)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GrossProfit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$153.46B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GrossMargin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71.1%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55.6%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58.1%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76.3%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CurrentRatio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3.91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DebtToEquity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-$51.52B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CashRatio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1.94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FCF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$96.68B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CashflowReliability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35.9×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EV_EBITDA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29.4×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NetDebt_EBITDA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DCF 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WACC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IntrinsicValue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$50.63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Upside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-71.4%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Forecast</a:t>
            </a:r>
          </a:p>
        </p:txBody>
      </p:sp>
      <p:pic>
        <p:nvPicPr>
          <p:cNvPr id="3" name="Picture 2" descr="revenue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Ratios</a:t>
            </a:r>
          </a:p>
        </p:txBody>
      </p:sp>
      <p:pic>
        <p:nvPicPr>
          <p:cNvPr id="3" name="Picture 2" descr="key_rat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Flow</a:t>
            </a:r>
          </a:p>
        </p:txBody>
      </p:sp>
      <p:pic>
        <p:nvPicPr>
          <p:cNvPr id="3" name="Picture 2" descr="cas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